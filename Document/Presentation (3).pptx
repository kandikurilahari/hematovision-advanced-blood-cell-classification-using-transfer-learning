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3D4A8-C06F-4FBB-8E48-A1F123C1F6BD}" v="5" dt="2026-02-20T18:22:43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HARI REDDY" userId="787a028c0dd7c265" providerId="LiveId" clId="{F12D9AC8-5DE1-4CEE-B05C-6BC90E8EB7CA}"/>
    <pc:docChg chg="custSel addSld modSld">
      <pc:chgData name="LAHARI REDDY" userId="787a028c0dd7c265" providerId="LiveId" clId="{F12D9AC8-5DE1-4CEE-B05C-6BC90E8EB7CA}" dt="2026-02-20T18:28:46.075" v="452" actId="27636"/>
      <pc:docMkLst>
        <pc:docMk/>
      </pc:docMkLst>
      <pc:sldChg chg="delSp modSp mod">
        <pc:chgData name="LAHARI REDDY" userId="787a028c0dd7c265" providerId="LiveId" clId="{F12D9AC8-5DE1-4CEE-B05C-6BC90E8EB7CA}" dt="2026-02-20T18:28:46.075" v="452" actId="27636"/>
        <pc:sldMkLst>
          <pc:docMk/>
          <pc:sldMk cId="3948071506" sldId="256"/>
        </pc:sldMkLst>
        <pc:spChg chg="mod">
          <ac:chgData name="LAHARI REDDY" userId="787a028c0dd7c265" providerId="LiveId" clId="{F12D9AC8-5DE1-4CEE-B05C-6BC90E8EB7CA}" dt="2026-02-20T18:28:46.075" v="452" actId="27636"/>
          <ac:spMkLst>
            <pc:docMk/>
            <pc:sldMk cId="3948071506" sldId="256"/>
            <ac:spMk id="2" creationId="{3B9932F7-F505-7E3D-0B3E-0F78BF1574FE}"/>
          </ac:spMkLst>
        </pc:spChg>
        <pc:spChg chg="del mod">
          <ac:chgData name="LAHARI REDDY" userId="787a028c0dd7c265" providerId="LiveId" clId="{F12D9AC8-5DE1-4CEE-B05C-6BC90E8EB7CA}" dt="2026-02-20T18:24:59.181" v="350" actId="21"/>
          <ac:spMkLst>
            <pc:docMk/>
            <pc:sldMk cId="3948071506" sldId="256"/>
            <ac:spMk id="3" creationId="{A4D9F0E5-8052-C319-D918-2E3676ACBA6D}"/>
          </ac:spMkLst>
        </pc:spChg>
      </pc:sldChg>
      <pc:sldChg chg="addSp modSp new mod">
        <pc:chgData name="LAHARI REDDY" userId="787a028c0dd7c265" providerId="LiveId" clId="{F12D9AC8-5DE1-4CEE-B05C-6BC90E8EB7CA}" dt="2026-02-20T17:40:22.857" v="18" actId="207"/>
        <pc:sldMkLst>
          <pc:docMk/>
          <pc:sldMk cId="1318658121" sldId="257"/>
        </pc:sldMkLst>
        <pc:spChg chg="add mod">
          <ac:chgData name="LAHARI REDDY" userId="787a028c0dd7c265" providerId="LiveId" clId="{F12D9AC8-5DE1-4CEE-B05C-6BC90E8EB7CA}" dt="2026-02-20T17:38:35" v="13" actId="113"/>
          <ac:spMkLst>
            <pc:docMk/>
            <pc:sldMk cId="1318658121" sldId="257"/>
            <ac:spMk id="3" creationId="{8E05D632-7457-2D0E-CD5C-DF9120638652}"/>
          </ac:spMkLst>
        </pc:spChg>
        <pc:spChg chg="add mod">
          <ac:chgData name="LAHARI REDDY" userId="787a028c0dd7c265" providerId="LiveId" clId="{F12D9AC8-5DE1-4CEE-B05C-6BC90E8EB7CA}" dt="2026-02-20T17:40:22.857" v="18" actId="207"/>
          <ac:spMkLst>
            <pc:docMk/>
            <pc:sldMk cId="1318658121" sldId="257"/>
            <ac:spMk id="5" creationId="{A845FF2F-CF4B-F84C-9F8C-579BA65EC2CA}"/>
          </ac:spMkLst>
        </pc:spChg>
      </pc:sldChg>
      <pc:sldChg chg="addSp delSp modSp new mod">
        <pc:chgData name="LAHARI REDDY" userId="787a028c0dd7c265" providerId="LiveId" clId="{F12D9AC8-5DE1-4CEE-B05C-6BC90E8EB7CA}" dt="2026-02-20T17:47:16.108" v="136" actId="1076"/>
        <pc:sldMkLst>
          <pc:docMk/>
          <pc:sldMk cId="1061438939" sldId="258"/>
        </pc:sldMkLst>
        <pc:spChg chg="add del mod">
          <ac:chgData name="LAHARI REDDY" userId="787a028c0dd7c265" providerId="LiveId" clId="{F12D9AC8-5DE1-4CEE-B05C-6BC90E8EB7CA}" dt="2026-02-20T17:42:00.040" v="114" actId="21"/>
          <ac:spMkLst>
            <pc:docMk/>
            <pc:sldMk cId="1061438939" sldId="258"/>
            <ac:spMk id="3" creationId="{48BE5A88-F141-9E70-7474-7D1AAE223DF7}"/>
          </ac:spMkLst>
        </pc:spChg>
        <pc:spChg chg="add mod">
          <ac:chgData name="LAHARI REDDY" userId="787a028c0dd7c265" providerId="LiveId" clId="{F12D9AC8-5DE1-4CEE-B05C-6BC90E8EB7CA}" dt="2026-02-20T17:47:16.108" v="136" actId="1076"/>
          <ac:spMkLst>
            <pc:docMk/>
            <pc:sldMk cId="1061438939" sldId="258"/>
            <ac:spMk id="5" creationId="{05A87CAA-CEBE-12B7-BFDC-275E41343466}"/>
          </ac:spMkLst>
        </pc:spChg>
      </pc:sldChg>
      <pc:sldChg chg="addSp modSp new mod">
        <pc:chgData name="LAHARI REDDY" userId="787a028c0dd7c265" providerId="LiveId" clId="{F12D9AC8-5DE1-4CEE-B05C-6BC90E8EB7CA}" dt="2026-02-20T17:48:47.747" v="148" actId="255"/>
        <pc:sldMkLst>
          <pc:docMk/>
          <pc:sldMk cId="3334174269" sldId="259"/>
        </pc:sldMkLst>
        <pc:spChg chg="add mod">
          <ac:chgData name="LAHARI REDDY" userId="787a028c0dd7c265" providerId="LiveId" clId="{F12D9AC8-5DE1-4CEE-B05C-6BC90E8EB7CA}" dt="2026-02-20T17:48:47.747" v="148" actId="255"/>
          <ac:spMkLst>
            <pc:docMk/>
            <pc:sldMk cId="3334174269" sldId="259"/>
            <ac:spMk id="3" creationId="{FF9A183D-7BC5-6914-1BC4-56184769F5AA}"/>
          </ac:spMkLst>
        </pc:spChg>
      </pc:sldChg>
      <pc:sldChg chg="addSp modSp new mod">
        <pc:chgData name="LAHARI REDDY" userId="787a028c0dd7c265" providerId="LiveId" clId="{F12D9AC8-5DE1-4CEE-B05C-6BC90E8EB7CA}" dt="2026-02-20T17:49:50.853" v="155" actId="255"/>
        <pc:sldMkLst>
          <pc:docMk/>
          <pc:sldMk cId="2133477491" sldId="260"/>
        </pc:sldMkLst>
        <pc:spChg chg="add mod">
          <ac:chgData name="LAHARI REDDY" userId="787a028c0dd7c265" providerId="LiveId" clId="{F12D9AC8-5DE1-4CEE-B05C-6BC90E8EB7CA}" dt="2026-02-20T17:49:50.853" v="155" actId="255"/>
          <ac:spMkLst>
            <pc:docMk/>
            <pc:sldMk cId="2133477491" sldId="260"/>
            <ac:spMk id="3" creationId="{0CAE925B-EABE-D7CA-8433-1CAC3A5E6ED2}"/>
          </ac:spMkLst>
        </pc:spChg>
      </pc:sldChg>
      <pc:sldChg chg="addSp new mod">
        <pc:chgData name="LAHARI REDDY" userId="787a028c0dd7c265" providerId="LiveId" clId="{F12D9AC8-5DE1-4CEE-B05C-6BC90E8EB7CA}" dt="2026-02-20T17:45:53.991" v="125" actId="22"/>
        <pc:sldMkLst>
          <pc:docMk/>
          <pc:sldMk cId="203203985" sldId="261"/>
        </pc:sldMkLst>
        <pc:spChg chg="add">
          <ac:chgData name="LAHARI REDDY" userId="787a028c0dd7c265" providerId="LiveId" clId="{F12D9AC8-5DE1-4CEE-B05C-6BC90E8EB7CA}" dt="2026-02-20T17:45:53.991" v="125" actId="22"/>
          <ac:spMkLst>
            <pc:docMk/>
            <pc:sldMk cId="203203985" sldId="261"/>
            <ac:spMk id="3" creationId="{72FC162C-1090-1B34-5C95-9332244E0C74}"/>
          </ac:spMkLst>
        </pc:spChg>
      </pc:sldChg>
      <pc:sldChg chg="addSp modSp new mod">
        <pc:chgData name="LAHARI REDDY" userId="787a028c0dd7c265" providerId="LiveId" clId="{F12D9AC8-5DE1-4CEE-B05C-6BC90E8EB7CA}" dt="2026-02-20T17:50:26.538" v="160" actId="255"/>
        <pc:sldMkLst>
          <pc:docMk/>
          <pc:sldMk cId="1022528839" sldId="262"/>
        </pc:sldMkLst>
        <pc:spChg chg="add mod">
          <ac:chgData name="LAHARI REDDY" userId="787a028c0dd7c265" providerId="LiveId" clId="{F12D9AC8-5DE1-4CEE-B05C-6BC90E8EB7CA}" dt="2026-02-20T17:50:26.538" v="160" actId="255"/>
          <ac:spMkLst>
            <pc:docMk/>
            <pc:sldMk cId="1022528839" sldId="262"/>
            <ac:spMk id="3" creationId="{B4C21999-0A11-3BFD-7F31-BC951BEB02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2F7-F505-7E3D-0B3E-0F78BF157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830" y="194872"/>
            <a:ext cx="9649918" cy="6041036"/>
          </a:xfrm>
        </p:spPr>
        <p:txBody>
          <a:bodyPr>
            <a:normAutofit/>
          </a:bodyPr>
          <a:lstStyle/>
          <a:p>
            <a:br>
              <a:rPr lang="en-US" sz="3600" dirty="0"/>
            </a:br>
            <a:r>
              <a:rPr lang="en-US" sz="3600" dirty="0">
                <a:solidFill>
                  <a:srgbClr val="00B0F0"/>
                </a:solidFill>
              </a:rPr>
              <a:t>College name: </a:t>
            </a:r>
            <a:r>
              <a:rPr lang="en-US" sz="3600" dirty="0"/>
              <a:t>Ashoka Women’s Engineering College</a:t>
            </a:r>
            <a:br>
              <a:rPr lang="en-US" sz="3600" dirty="0"/>
            </a:br>
            <a:r>
              <a:rPr lang="en-US" sz="3600" dirty="0">
                <a:solidFill>
                  <a:srgbClr val="00B0F0"/>
                </a:solidFill>
              </a:rPr>
              <a:t>Department   </a:t>
            </a:r>
            <a:r>
              <a:rPr lang="en-US" sz="3600" dirty="0"/>
              <a:t>:    CSE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              </a:t>
            </a:r>
            <a:r>
              <a:rPr lang="en-US" sz="3600" dirty="0">
                <a:solidFill>
                  <a:srgbClr val="FF0000"/>
                </a:solidFill>
              </a:rPr>
              <a:t>Final Project Report</a:t>
            </a:r>
            <a:br>
              <a:rPr lang="en-US" sz="3600" dirty="0"/>
            </a:br>
            <a:r>
              <a:rPr lang="en-US" sz="3600" dirty="0">
                <a:solidFill>
                  <a:srgbClr val="00B0F0"/>
                </a:solidFill>
              </a:rPr>
              <a:t>Tittle:</a:t>
            </a:r>
            <a:r>
              <a:rPr lang="en-US" sz="3600" dirty="0"/>
              <a:t> Blood Cell Classification Using Deep Learning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>
                <a:solidFill>
                  <a:srgbClr val="00B0F0"/>
                </a:solidFill>
              </a:rPr>
              <a:t>Submitted by </a:t>
            </a:r>
            <a:r>
              <a:rPr lang="en-US" sz="3600" dirty="0"/>
              <a:t>:  </a:t>
            </a:r>
            <a:r>
              <a:rPr lang="en-US" sz="3600" dirty="0" err="1"/>
              <a:t>K.Lahari</a:t>
            </a:r>
            <a:endParaRPr lang="en-IN" sz="3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07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05D632-7457-2D0E-CD5C-DF9120638652}"/>
              </a:ext>
            </a:extLst>
          </p:cNvPr>
          <p:cNvSpPr txBox="1"/>
          <p:nvPr/>
        </p:nvSpPr>
        <p:spPr>
          <a:xfrm>
            <a:off x="1618937" y="1139252"/>
            <a:ext cx="97863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HematoVision</a:t>
            </a:r>
            <a:endParaRPr lang="en-US" sz="2400" b="1" dirty="0"/>
          </a:p>
          <a:p>
            <a:pPr>
              <a:buNone/>
            </a:pPr>
            <a:r>
              <a:rPr lang="en-US" dirty="0"/>
              <a:t>Advanced Blood Cell Classification Using Transfer Learning</a:t>
            </a:r>
          </a:p>
          <a:p>
            <a:pPr>
              <a:buNone/>
            </a:pPr>
            <a:r>
              <a:rPr lang="en-US" sz="2400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cell classification is essential for disease diagnosis.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microscopic analysis is time-consuming and requires expertise.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Human errors may affect diagnostic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AI-based automation improves speed and reliability.</a:t>
            </a:r>
          </a:p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number of blood samples in hospitals.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faster and more accurate diagnostic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 of an automated blood cell classification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5FF2F-CF4B-F84C-9F8C-579BA65EC2CA}"/>
              </a:ext>
            </a:extLst>
          </p:cNvPr>
          <p:cNvSpPr txBox="1"/>
          <p:nvPr/>
        </p:nvSpPr>
        <p:spPr>
          <a:xfrm>
            <a:off x="1618937" y="624803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B0F0"/>
                </a:solidFill>
              </a:rPr>
              <a:t>Introduction &amp;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31865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87CAA-CEBE-12B7-BFDC-275E41343466}"/>
              </a:ext>
            </a:extLst>
          </p:cNvPr>
          <p:cNvSpPr txBox="1"/>
          <p:nvPr/>
        </p:nvSpPr>
        <p:spPr>
          <a:xfrm>
            <a:off x="2003686" y="1382286"/>
            <a:ext cx="839449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92D050"/>
                </a:solidFill>
                <a:latin typeface="Algerian" panose="04020705040A02060702" pitchFamily="82" charset="0"/>
              </a:rPr>
              <a:t>Objective &amp; Methodology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 an automated blood cell classification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Transfer Learning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 training time and computational cost.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Provide a user-friendly web application.</a:t>
            </a:r>
          </a:p>
          <a:p>
            <a:pPr>
              <a:buNone/>
            </a:pPr>
            <a:r>
              <a:rPr lang="en-US" sz="2400" b="1" dirty="0"/>
              <a:t>Methodology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Collect 12,000 labeled blood cell images.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Preprocess images (resize, normalization).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Apply Transfer Learning using ResNet50.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Train custom classification layers.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Deploy model using Flask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6143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A183D-7BC5-6914-1BC4-56184769F5AA}"/>
              </a:ext>
            </a:extLst>
          </p:cNvPr>
          <p:cNvSpPr txBox="1"/>
          <p:nvPr/>
        </p:nvSpPr>
        <p:spPr>
          <a:xfrm>
            <a:off x="1502764" y="0"/>
            <a:ext cx="60935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Architecture &amp; Technology</a:t>
            </a:r>
          </a:p>
          <a:p>
            <a:pPr>
              <a:buNone/>
            </a:pPr>
            <a:r>
              <a:rPr lang="en-IN" sz="2400" b="1" dirty="0">
                <a:solidFill>
                  <a:srgbClr val="7030A0"/>
                </a:solidFill>
              </a:rPr>
              <a:t>System Architecture</a:t>
            </a:r>
          </a:p>
          <a:p>
            <a:pPr>
              <a:buNone/>
            </a:pPr>
            <a:r>
              <a:rPr lang="en-IN" sz="2400" dirty="0"/>
              <a:t>Input Image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Image Preprocessing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Feature Extraction (ResNet50)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Fully Connected Layer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 err="1"/>
              <a:t>Softmax</a:t>
            </a:r>
            <a:r>
              <a:rPr lang="en-IN" sz="2400" dirty="0"/>
              <a:t> Output (4 Classes</a:t>
            </a:r>
            <a:r>
              <a:rPr lang="en-IN" sz="2000" dirty="0"/>
              <a:t>)</a:t>
            </a:r>
          </a:p>
          <a:p>
            <a:pPr>
              <a:buNone/>
            </a:pPr>
            <a:r>
              <a:rPr lang="en-IN" sz="2400" b="1" dirty="0">
                <a:solidFill>
                  <a:srgbClr val="7030A0"/>
                </a:solidFill>
              </a:rPr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TensorFlow / </a:t>
            </a:r>
            <a:r>
              <a:rPr lang="en-IN" sz="2400" dirty="0" err="1"/>
              <a:t>Keras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ResNet50 (Pre-trained CNN)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Flask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HTML &amp;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Anaconda</a:t>
            </a:r>
          </a:p>
        </p:txBody>
      </p:sp>
    </p:spTree>
    <p:extLst>
      <p:ext uri="{BB962C8B-B14F-4D97-AF65-F5344CB8AC3E}">
        <p14:creationId xmlns:p14="http://schemas.microsoft.com/office/powerpoint/2010/main" val="333417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E925B-EABE-D7CA-8433-1CAC3A5E6ED2}"/>
              </a:ext>
            </a:extLst>
          </p:cNvPr>
          <p:cNvSpPr txBox="1"/>
          <p:nvPr/>
        </p:nvSpPr>
        <p:spPr>
          <a:xfrm>
            <a:off x="1697637" y="413266"/>
            <a:ext cx="60935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7030A0"/>
                </a:solidFill>
              </a:rPr>
              <a:t>Dataset &amp; Results</a:t>
            </a:r>
          </a:p>
          <a:p>
            <a:pPr>
              <a:buNone/>
            </a:pPr>
            <a:r>
              <a:rPr lang="en-IN" sz="3200" b="1" dirty="0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Total Images: 12,000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4 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Neutrophil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Monocyte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Lymphocyte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Eosinophil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Data split into Training and Validation sets.</a:t>
            </a:r>
          </a:p>
          <a:p>
            <a:pPr>
              <a:buNone/>
            </a:pPr>
            <a:r>
              <a:rPr lang="en-IN" sz="2800" b="1" dirty="0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High classification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Reduced training time due to transfer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Accuracy and Loss graphs show stable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Confusion Matrix confirms correct predictions</a:t>
            </a:r>
          </a:p>
        </p:txBody>
      </p:sp>
    </p:spTree>
    <p:extLst>
      <p:ext uri="{BB962C8B-B14F-4D97-AF65-F5344CB8AC3E}">
        <p14:creationId xmlns:p14="http://schemas.microsoft.com/office/powerpoint/2010/main" val="213347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C162C-1090-1B34-5C95-9332244E0C74}"/>
              </a:ext>
            </a:extLst>
          </p:cNvPr>
          <p:cNvSpPr txBox="1"/>
          <p:nvPr/>
        </p:nvSpPr>
        <p:spPr>
          <a:xfrm>
            <a:off x="3046751" y="1863087"/>
            <a:ext cx="60935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Applications, Advantages &amp; Conclusion</a:t>
            </a:r>
          </a:p>
          <a:p>
            <a:pPr>
              <a:buNone/>
            </a:pPr>
            <a:r>
              <a:rPr lang="en-US" b="1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hospital diagnostic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Telemedicine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Medical training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laboratories.</a:t>
            </a:r>
          </a:p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Diagnosis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Manual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and Cost-Effective</a:t>
            </a:r>
          </a:p>
        </p:txBody>
      </p:sp>
    </p:spTree>
    <p:extLst>
      <p:ext uri="{BB962C8B-B14F-4D97-AF65-F5344CB8AC3E}">
        <p14:creationId xmlns:p14="http://schemas.microsoft.com/office/powerpoint/2010/main" val="20320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21999-0A11-3BFD-7F31-BC951BEB02CE}"/>
              </a:ext>
            </a:extLst>
          </p:cNvPr>
          <p:cNvSpPr txBox="1"/>
          <p:nvPr/>
        </p:nvSpPr>
        <p:spPr>
          <a:xfrm>
            <a:off x="1712626" y="550490"/>
            <a:ext cx="60935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C000"/>
                </a:solidFill>
              </a:rPr>
              <a:t>Conclusion</a:t>
            </a:r>
          </a:p>
          <a:p>
            <a:pPr>
              <a:buNone/>
            </a:pPr>
            <a:r>
              <a:rPr lang="en-US" sz="3200" dirty="0" err="1"/>
              <a:t>HematoVision</a:t>
            </a:r>
            <a:r>
              <a:rPr lang="en-US" sz="3200" dirty="0"/>
              <a:t> provides an efficient and reliable AI-based solution for blood cell classification using transfer learning, improving healthcare diagnostics and reducing human effort.</a:t>
            </a:r>
          </a:p>
        </p:txBody>
      </p:sp>
    </p:spTree>
    <p:extLst>
      <p:ext uri="{BB962C8B-B14F-4D97-AF65-F5344CB8AC3E}">
        <p14:creationId xmlns:p14="http://schemas.microsoft.com/office/powerpoint/2010/main" val="102252883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</TotalTime>
  <Words>331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Century Gothic</vt:lpstr>
      <vt:lpstr>Wingdings 3</vt:lpstr>
      <vt:lpstr>Wisp</vt:lpstr>
      <vt:lpstr> College name: Ashoka Women’s Engineering College Department   :    CSE                  Final Project Report Tittle: Blood Cell Classification Using Deep Learning  Submitted by :  K.Lahari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LAHARI REDDY</dc:creator>
  <cp:lastModifiedBy>LAHARI REDDY</cp:lastModifiedBy>
  <cp:revision>1</cp:revision>
  <dcterms:created xsi:type="dcterms:W3CDTF">2026-02-20T17:33:46Z</dcterms:created>
  <dcterms:modified xsi:type="dcterms:W3CDTF">2026-02-20T18:28:52Z</dcterms:modified>
</cp:coreProperties>
</file>